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21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8059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913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090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2467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468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1737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7334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21217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387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4239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74D05F-987A-4418-9586-64830BF9E623}" type="datetimeFigureOut">
              <a:rPr lang="th-TH" smtClean="0"/>
              <a:t>02/10/69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E66D23F-DBA2-48E2-9C69-72438916853D}" type="slidenum">
              <a:rPr lang="th-TH" smtClean="0"/>
              <a:t>‹#›</a:t>
            </a:fld>
            <a:endParaRPr lang="th-TH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57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312" y="2754961"/>
            <a:ext cx="117631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ระบบแนะนำเพลงด้วย 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Graph Database </a:t>
            </a:r>
            <a:r>
              <a:rPr lang="th-TH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Collaborative Filtering (Music Recommendation System)</a:t>
            </a:r>
            <a:endParaRPr lang="th-TH" sz="4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4494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0372" y="447696"/>
            <a:ext cx="117631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ที่มาและวัตถุประสงค์ (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Introduction &amp; Objective))</a:t>
            </a:r>
            <a:endParaRPr lang="th-TH" sz="4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0371" y="1567659"/>
            <a:ext cx="1176315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ปัญหา: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ข้อมูลความชอบของคนและเพลงมีความเกี่ยวข้องกันอย่างซับซ้อน ฐานข้อมูลแบบตาราง (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Relational Database)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ทั่วไปอาจคิวรีหาความสัมพันธ์ได้</a:t>
            </a: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ช้า</a:t>
            </a:r>
          </a:p>
          <a:p>
            <a:r>
              <a:rPr lang="th-TH" sz="3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ทาง</a:t>
            </a:r>
            <a:r>
              <a:rPr lang="th-TH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แก้: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นำ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Graph Database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มาใช้เพื่อหาความสัมพันธ์แบบเครือข่าย (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Network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sz="32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เป้าหมาย</a:t>
            </a:r>
            <a:r>
              <a:rPr lang="th-TH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สร้างระบบที่สามารถแนะนำเพลงได้ตรงใจผู้ใช้ โดยอิงจากพฤติกรรมการกดถูกใจเพลงของผู้ใช้อื่นๆ ที่มีความชอบคล้ายกัน (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Collaborative Filtering)</a:t>
            </a:r>
            <a:endParaRPr lang="th-TH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4553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0372" y="447696"/>
            <a:ext cx="117631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เทคโนโลยีที่ใช้ (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Tech Stack)</a:t>
            </a:r>
            <a:endParaRPr lang="th-TH" sz="4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0371" y="1918534"/>
            <a:ext cx="1176315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ฐานข้อมูล: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Neo4j (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เก็บข้อมูลแบบโหนดและความสัมพันธ์</a:t>
            </a: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32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Backend </a:t>
            </a:r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&amp; </a:t>
            </a:r>
            <a:r>
              <a:rPr lang="th-TH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อัลกอริทึม: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Python (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ไลบรารี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neo4j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สำหรับเชื่อมต่อและรัน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Cypher Query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r>
              <a:rPr lang="en-US" sz="3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Frontend</a:t>
            </a:r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Streamlit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Web Application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สวยงามและรวดเร็ว</a:t>
            </a: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32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Visualization</a:t>
            </a:r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Graphviz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สำหรับวาดกราฟความสัมพันธ์ในเมนู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Graph Explorer)</a:t>
            </a:r>
            <a:endParaRPr lang="th-TH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1726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0372" y="447696"/>
            <a:ext cx="117631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โครงสร้างฐานข้อมูลกราฟ (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Graph Schema)</a:t>
            </a:r>
            <a:endParaRPr lang="th-TH" sz="4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0371" y="1918534"/>
            <a:ext cx="117631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Nodes (</a:t>
            </a:r>
            <a:r>
              <a:rPr lang="th-TH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จุดยอด):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(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u:User)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สำหรับเก็บผู้ใช้ และ (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s:Song)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สำหรับเก็บชื่อเพลง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Relationships </a:t>
            </a:r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(</a:t>
            </a:r>
            <a:r>
              <a:rPr lang="th-TH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ความสัมพันธ์):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[: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LIKES]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แสดงความสัมพันธ์ว่าผู้ใช้คนไหนชอบเพลงอะไรบ้าง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4" y="3158907"/>
            <a:ext cx="3629532" cy="25816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601" y="2995752"/>
            <a:ext cx="4054738" cy="25428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320" y="3138354"/>
            <a:ext cx="3811392" cy="237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6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0372" y="447696"/>
            <a:ext cx="117631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การทำงานของระบบแนะนำเพลง (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How Recommendation Works)</a:t>
            </a:r>
            <a:endParaRPr lang="th-TH" sz="4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0371" y="1918534"/>
            <a:ext cx="1176315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ระบบ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จะดูว่าผู้ใช้ของเรา "ชอบ" เพลง</a:t>
            </a: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อะไรบ้าง</a:t>
            </a:r>
          </a:p>
          <a:p>
            <a:pPr marL="514350" indent="-514350">
              <a:buAutoNum type="arabicPeriod"/>
            </a:pP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วิ่ง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ตามกราฟไปหา "ผู้ใช้อื่น" ที่ชอบเพลงเหล่านั้น</a:t>
            </a: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เหมือนกัน</a:t>
            </a:r>
          </a:p>
          <a:p>
            <a:pPr marL="514350" indent="-514350">
              <a:buAutoNum type="arabicPeriod"/>
            </a:pP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ดู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ว่า "ผู้ใช้อื่น" เหล่านั้นมีการกดชอบ "เพลงใหม่ๆ" อะไรอีกบ้างที่ผู้ใช้ของเรายังไม่เคย</a:t>
            </a: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ฟัง</a:t>
            </a:r>
          </a:p>
          <a:p>
            <a:pPr marL="514350" indent="-514350">
              <a:buAutoNum type="arabicPeriod"/>
            </a:pPr>
            <a:r>
              <a:rPr lang="th-TH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นำ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เพลงเหล่านั้นมาจัดอันดับตามความนิยม แล้วแนะนำให้ผู้ใช้</a:t>
            </a:r>
          </a:p>
        </p:txBody>
      </p:sp>
    </p:spTree>
    <p:extLst>
      <p:ext uri="{BB962C8B-B14F-4D97-AF65-F5344CB8AC3E}">
        <p14:creationId xmlns:p14="http://schemas.microsoft.com/office/powerpoint/2010/main" val="33403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0372" y="447696"/>
            <a:ext cx="117631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ฟีเจอร์หลักของระบบ (</a:t>
            </a:r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Key Features)</a:t>
            </a:r>
            <a:endParaRPr lang="th-TH" sz="4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0372" y="1174255"/>
            <a:ext cx="50752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Dashboard: </a:t>
            </a:r>
            <a:r>
              <a:rPr lang="th-TH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แสดงภาพรวมและประวัติการชอบเพลงของผู้ใช้</a:t>
            </a:r>
            <a:endParaRPr lang="th-TH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4" y="1860697"/>
            <a:ext cx="4218601" cy="16079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01070" y="1174254"/>
            <a:ext cx="50752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Recommendations: </a:t>
            </a:r>
            <a:r>
              <a:rPr lang="th-TH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แสดงเพลงที่ระบบแนะนำพร้อมเหตุผล</a:t>
            </a:r>
            <a:endParaRPr lang="th-TH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356" y="1635919"/>
            <a:ext cx="6015037" cy="22425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0372" y="3782776"/>
            <a:ext cx="50752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Graph Explorer: </a:t>
            </a:r>
            <a:r>
              <a:rPr lang="th-TH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ดูเครือข่ายความชอบในรูปแบบภาพกราฟ</a:t>
            </a:r>
            <a:endParaRPr lang="th-TH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08" y="4326996"/>
            <a:ext cx="5383948" cy="16877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01070" y="3814675"/>
            <a:ext cx="50752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Graph Explorer: </a:t>
            </a:r>
            <a:r>
              <a:rPr lang="th-TH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ดูเครือข่ายความชอบในรูปแบบภาพกราฟ</a:t>
            </a:r>
            <a:endParaRPr lang="th-TH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337" y="4326996"/>
            <a:ext cx="5354741" cy="188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9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15</TotalTime>
  <Words>321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Cordia New</vt:lpstr>
      <vt:lpstr>TH SarabunPSK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2026-10-02T06:53:43Z</dcterms:created>
  <dcterms:modified xsi:type="dcterms:W3CDTF">2026-10-02T07:08:47Z</dcterms:modified>
</cp:coreProperties>
</file>